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C5F8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4FC3F7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BlogHub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全栈技术博客系统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Spring Boot + MySQL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郑占昂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功能完整的技术博客系统，支持文章管理、评论互动、社交功能、管理后台等全链路博客运营需求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1828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20116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2011680"/>
            <a:ext cx="1828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889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接口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011680"/>
            <a:ext cx="1828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页面组件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20116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2011680"/>
            <a:ext cx="1828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037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开源协议：MIT   |   GitHub: FightZhanAng/BlogHub   |   Docker 容器化部署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560320" cy="3291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Vue 3 (Composition API)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Vite 5 构建工具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05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Element Plus 组件库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Pinia 状态管理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Vue Router 路由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Axios 请求封装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ECharts 数据图表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968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Markdown 渲染引擎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280160"/>
            <a:ext cx="2560320" cy="3291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后端技术栈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Spring Boot 2.7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MyBatis-Plus 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2505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MySQL 8.0 数据库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JWT 认证 (双 Token)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BCrypt 密码加密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jsoup XSS 防护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Spring AOP 切面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3968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Swagger API 文档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280160"/>
            <a:ext cx="2560320" cy="3291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Docker Compose 编排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Nginx 反向代理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2505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HikariCP 连接池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Logback 日志系统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Nginx 静态资源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HTTPS SSL 证书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定时任务调度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3968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CSV 数据导出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核心功能模块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编辑器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版本历史 · 定时发布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订阅 · 全文搜索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1887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889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评论系统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多级嵌套回复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@提及通知 · 赞/踩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防护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标签系统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自动创建标签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标签云 · 按标签筛选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文章关联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用户认证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双 Token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登录限流 · BCrypt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个人中心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0175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❤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社交互动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点赞 · 收藏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用户关注 · 分享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88920" y="30175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889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7889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通知系统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自动推送通知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未读角标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全部已读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0175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463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管理后台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8348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数据仪表盘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用户/评论管理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操作日志审计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30175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9037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宝宝相册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相册管理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照片/视频上传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成长时间线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文章系统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Markdown 编辑器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实时预览 · 图片拖拽上传 · 粘贴上传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版本历史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每次编辑自动快照，最多保留 50 个版本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定时发布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每分钟自动扫描到期文章并发布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相关推荐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基于标签匹配推荐相关文章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SEO 优化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RSS 订阅 · Sitemap · 独立 meta 标签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188720"/>
            <a:ext cx="3474720" cy="34747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文章数据流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编辑器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2121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保存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2505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文章数据库 (posts)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2889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定时任务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定时发布扫描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自动发布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全文搜索索引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社交与互动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点赞系统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未登录按 IP 识别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已登录按用户识别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 TOP10 排行榜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28016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280160"/>
            <a:ext cx="1828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收藏功能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1920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一键收藏文章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个人收藏列表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随时取消收藏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80160"/>
            <a:ext cx="1828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用户关注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关注/取关用户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粉丝/关注计数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用户主页展示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280160"/>
            <a:ext cx="18288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通知中心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点赞·评论·回复·关注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@提及自动通知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未读角标 + 已读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分享到：微博 · 知乎 · 微信 · 复制链接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 |  16 张数据表  |  utf8mb4_unicode_ci 字符集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sys_user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用户表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文章表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comments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评论表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155448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tag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标签表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148840"/>
            <a:ext cx="1828800" cy="50292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post_tag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文章标签关联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2148840"/>
            <a:ext cx="1828800" cy="50292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likes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点赞表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148840"/>
            <a:ext cx="1828800" cy="50292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bookmarks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收藏表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2148840"/>
            <a:ext cx="1828800" cy="50292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follows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关注表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743200"/>
            <a:ext cx="182880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notifications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通知表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2743200"/>
            <a:ext cx="182880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4" name="Text 22"/>
          <p:cNvSpPr/>
          <p:nvPr/>
        </p:nvSpPr>
        <p:spPr>
          <a:xfrm>
            <a:off x="27889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sys_log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操作日志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743200"/>
            <a:ext cx="182880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post_versions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版本历史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743200"/>
            <a:ext cx="182880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series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文章系列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337560"/>
            <a:ext cx="182880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daily_views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阅读统计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88920" y="3337560"/>
            <a:ext cx="182880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2" name="Text 30"/>
          <p:cNvSpPr/>
          <p:nvPr/>
        </p:nvSpPr>
        <p:spPr>
          <a:xfrm>
            <a:off x="27889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图片记录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337560"/>
            <a:ext cx="182880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albums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宝宝相册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3337560"/>
            <a:ext cx="182880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photos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照片表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RESTful API 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个 API 端点  |  18 个 Controller  |  统一 Result 返回结构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4480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端点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PostController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文章 CRUD、搜索、归档、推荐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UserController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用户管理、个人中心、头像上传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AlbumController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相册 CRUD、照片管理、时间线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CommentController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评论 CRUD、赞/踩、统计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SocialController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关注、通知、排行榜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SeriesController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文章系列 CRUD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其他 12 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标签、认证、统计、导出等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安全与性能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8288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认证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 (24h)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 (7天)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自动续期机制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188720"/>
            <a:ext cx="18288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加密存储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兼容旧 MD5 自动升级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加盐哈希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8288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防护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jsoup HTML 清洗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评论内容过滤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输入验证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188720"/>
            <a:ext cx="18288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访问限流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783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 5次/分钟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 3次/分钟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AOP 切面实现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性能优化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HikariCP 连接池（最大20连接）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MyBatis-Plus 分页插件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前端 Vite 构建优化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图片懒加载 + 瀑布流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Nginx 静态资源缓存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Docker 容器化部署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项目亮点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1828800" cy="22860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现代化 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Plus 组件库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响应式布局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深色模式支持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280160"/>
            <a:ext cx="1828800" cy="22860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Markdown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实时预览编辑器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图片拖拽上传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代码高亮渲染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1828800" cy="22860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辅助开发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集成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自动化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CodeGraph 代码分析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828800" cy="22860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一键部署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编排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反向代理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环境隔离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C5F8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4FC3F7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BlogHub - 全栈技术博客系统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 ·  Spring Boot  ·  MySQL  ·  Docker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FightZhanAng/BlogHub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BlogHub - 全栈技术博客系统</dc:title>
  <dc:subject>PptxGenJS Presentation</dc:subject>
  <dc:creator>郑占昂</dc:creator>
  <cp:lastModifiedBy>郑占昂</cp:lastModifiedBy>
  <cp:revision>1</cp:revision>
  <dcterms:created xsi:type="dcterms:W3CDTF">2026-05-27T14:12:45Z</dcterms:created>
  <dcterms:modified xsi:type="dcterms:W3CDTF">2026-05-27T14:12:45Z</dcterms:modified>
</cp:coreProperties>
</file>